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EA02E8-5DC0-4C86-AC74-597BE27D01EE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F9FD0C-27C3-460B-AADF-49164E56BD6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68392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F9FD0C-27C3-460B-AADF-49164E56BD68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530789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76B8BA-9DF0-F665-59DF-8C7AA3BEC3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BBC14ED-958E-C5E6-26EA-465E459AC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CD10760-70C5-461A-FC22-8496CA6D9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027B27-E594-03EB-DF92-40E0A201E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343CEA-B356-31B6-22C5-026492B2F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37636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AA5064-7ED5-9F97-9E6D-72A80A4A8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81FC0A-4600-E30F-1AAC-ACED2E51D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9CC73D9-F6AF-C147-4DC0-EB19ECF1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74C57E-2FC1-8427-EBCF-B3540F979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4B2082-D9A8-E353-8D2B-F2B7F7E9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175011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C25E31-EC70-DBE9-FEB0-D3EE10A46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2197BA-43AC-7C8A-A0E6-509104271B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289155-FD78-7455-6F58-1F8F45D18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9A25B1A-D2B1-6797-627F-2FD970C7E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1D03D7-C5C7-69E2-0BA4-66BA34461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72201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B33AA-1063-FBBE-B790-16CD111CA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87EF17-B840-13BB-6C95-4A9919D6E6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A524199-A669-D170-CDFD-B765943EAD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C9647D-92CE-6978-18CA-EA0AFD5A0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721EBE2-B82A-ADD9-5CE0-8842C4BC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3A8CE61-855B-9AFE-7AAC-81648BE7F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02599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06BBE9-C65C-AD54-8AEC-F75DE3300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039E4ED-D2AB-65F5-C0A1-D58188421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7F0EAE-F006-5BC3-71E3-BCE6400BF4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DB700FE-FFF1-CEA3-6BB5-04C1738C5E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276886E-59F4-2A93-D353-D1449911B0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A297E24-4773-7017-07CA-45BCFD33A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E16A37F-1093-42E1-04EE-022861152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92F0902-D717-A9F5-D30C-DB5A0A5B2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7327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33F88F-E465-7D3D-98FB-EE23092FC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FEC7D8F-7B06-4D0B-3DCA-F56861B61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DA5E035-D15B-9447-0348-6FEBECC9F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763A3AA-EF34-0B3B-8545-26383689B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48219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3C4BBA5-382D-4BC5-E3B7-E284A0AD7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2AC7639-9472-728C-A66E-CB264C702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EDA51F-532E-50C2-72D2-B0EF75555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91283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7A3099-C790-289D-4639-D06D09E9A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92AF27-B54E-8464-4FA1-AF1DE733D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79472A8-12DC-EE05-9E9F-A886AC9788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82BFE83-6FE8-8912-4BBD-7CAD51CC9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9AECF2-1C53-9C6C-2CCC-3EF5648CC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30DA66C-A887-177C-8FFB-CC6D8DA22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78875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D5B3F6-5BED-5D7F-712E-7B89C878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ADAD96B-4F6B-33ED-AC9B-FE29B58A3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9D2C31C-F990-81CA-BAB0-27D1228F9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3BB97A5-86D2-A6CC-41FA-C3FE01A5D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FDE982-EA7D-77C7-B74F-E5964EFCB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201EAF5-6E67-BD3C-4563-DD0CA51AA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96158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B931D-864C-E70F-0C0B-4CCA3AF1B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142D392-4EFF-4F36-27E0-C37BEBA1BD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084924-7ACE-33EA-52C7-765FD18BD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96BEB1-D333-880F-57D1-C538B902F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C5391C-12C4-8EE3-860F-B23027859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68159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946EE5C-2D3C-EC56-4E61-9BA6A086D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62DC439-6E41-96BC-2BE0-D8171F7C26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D4947D-EC41-F159-3FFC-45DA32072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A3B8D4E-41BF-01A5-255A-C0E3EB3C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C428D9-3F5A-7502-7213-2298442C0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73640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FD5C432-8B1C-EB8A-C0C5-71B8722F6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FDB896-A6B5-CC0B-221D-D581F20BA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01E6A0-AA84-AE6C-E4E6-3CBCE77109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5AC30-D541-493D-A958-6AE440E2CC43}" type="datetimeFigureOut">
              <a:rPr lang="es-AR" smtClean="0"/>
              <a:t>19/10/2025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D1AB1C-59CF-0092-9D24-2EE7208D47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6CD4EC-806C-6338-1B04-C7ACCA8138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6E8C44-5918-43F7-BADB-A8D38CB46DA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47658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10A9796-6032-C476-0E06-4F020A3D4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955" y="1344328"/>
            <a:ext cx="8192090" cy="416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832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C3B6974-0626-8F6C-C802-F5E8287BB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389" y="1538023"/>
            <a:ext cx="7497221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076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1EFEA82-3F16-F4C6-1892-BFB7F11F2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785" y="1704734"/>
            <a:ext cx="5220429" cy="34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105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25A1D2-2D65-ADD2-1B44-E159D9767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6E8C85-B3BA-7EDF-1623-B2E29655B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1A9F110-35AD-AF3D-521B-419C93D5A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731" y="1580892"/>
            <a:ext cx="7430537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179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171AE8-6F80-3EAE-B646-60D1CE4BA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F65B63-E15B-A68F-7DEB-20B93BF1D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241D151-CDF7-A64B-53D4-56224D016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442" y="1599944"/>
            <a:ext cx="7459116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960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CE8E0-C522-84BA-9FC4-EBB01604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E8AFAD-A8BD-357F-E044-416F01813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BA17155-24AE-7D06-E0B1-FB43483C5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85" y="0"/>
            <a:ext cx="104516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784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DA4CE-13C9-9250-4730-0E1903090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74855E-5168-E80F-4382-D626E9D54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06723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83D55E-DB5F-DDD9-0245-7BD90119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AD7F8F3-2D4C-F8C5-7D44-3F525E2FC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68645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7DDA4E-0AF6-EF6F-2CE9-233B255B4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DEA51FE-FF3A-4F4F-C0B3-C3EC48612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79762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E0F0C1-535C-D73B-C4E2-02E40A14F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FCEEF9-069D-8B01-0553-B2E45B187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6313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405A52-C0A1-51B0-CF82-B96877777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94F1F3C-2D77-0B83-7603-664A0D86B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31461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98DF8E-C218-5F7F-DF58-71133890A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6A3F73-D542-34EF-DFCD-59CF60C43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085346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1</Words>
  <Application>Microsoft Office PowerPoint</Application>
  <PresentationFormat>Panorámica</PresentationFormat>
  <Paragraphs>1</Paragraphs>
  <Slides>12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Leiva</dc:creator>
  <cp:lastModifiedBy>Francisco Leiva</cp:lastModifiedBy>
  <cp:revision>1</cp:revision>
  <dcterms:created xsi:type="dcterms:W3CDTF">2025-10-19T14:58:27Z</dcterms:created>
  <dcterms:modified xsi:type="dcterms:W3CDTF">2025-10-19T22:37:25Z</dcterms:modified>
</cp:coreProperties>
</file>