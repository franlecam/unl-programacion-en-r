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A02E8-5DC0-4C86-AC74-597BE27D01EE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9FD0C-27C3-460B-AADF-49164E56BD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8392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F9FD0C-27C3-460B-AADF-49164E56BD68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0789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6B8BA-9DF0-F665-59DF-8C7AA3BEC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BC14ED-958E-C5E6-26EA-465E459AC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D10760-70C5-461A-FC22-8496CA6D9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027B27-E594-03EB-DF92-40E0A201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343CEA-B356-31B6-22C5-026492B2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37636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A5064-7ED5-9F97-9E6D-72A80A4A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81FC0A-4600-E30F-1AAC-ACED2E51D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CC73D9-F6AF-C147-4DC0-EB19ECF1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74C57E-2FC1-8427-EBCF-B3540F97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4B2082-D9A8-E353-8D2B-F2B7F7E9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7501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25E31-EC70-DBE9-FEB0-D3EE10A46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2197BA-43AC-7C8A-A0E6-509104271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289155-FD78-7455-6F58-1F8F45D1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A25B1A-D2B1-6797-627F-2FD970C7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1D03D7-C5C7-69E2-0BA4-66BA3446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2201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B33AA-1063-FBBE-B790-16CD111C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87EF17-B840-13BB-6C95-4A9919D6E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524199-A669-D170-CDFD-B765943EA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C9647D-92CE-6978-18CA-EA0AFD5A0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21EBE2-B82A-ADD9-5CE0-8842C4BCF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A8CE61-855B-9AFE-7AAC-81648BE7F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0259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06BBE9-C65C-AD54-8AEC-F75DE330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39E4ED-D2AB-65F5-C0A1-D58188421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7F0EAE-F006-5BC3-71E3-BCE6400BF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B700FE-FFF1-CEA3-6BB5-04C1738C5E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76886E-59F4-2A93-D353-D1449911B0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A297E24-4773-7017-07CA-45BCFD33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E16A37F-1093-42E1-04EE-022861152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2F0902-D717-A9F5-D30C-DB5A0A5B2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327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3F88F-E465-7D3D-98FB-EE23092F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FEC7D8F-7B06-4D0B-3DCA-F56861B6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A5E035-D15B-9447-0348-6FEBECC9F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63A3AA-EF34-0B3B-8545-26383689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8219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C4BBA5-382D-4BC5-E3B7-E284A0AD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AC7639-9472-728C-A66E-CB264C70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EDA51F-532E-50C2-72D2-B0EF7555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128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A3099-C790-289D-4639-D06D09E9A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92AF27-B54E-8464-4FA1-AF1DE733D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9472A8-12DC-EE05-9E9F-A886AC978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2BFE83-6FE8-8912-4BBD-7CAD51CC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9AECF2-1C53-9C6C-2CCC-3EF5648CC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0DA66C-A887-177C-8FFB-CC6D8DA2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887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5B3F6-5BED-5D7F-712E-7B89C878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DAD96B-4F6B-33ED-AC9B-FE29B58A3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D2C31C-F990-81CA-BAB0-27D1228F9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BB97A5-86D2-A6CC-41FA-C3FE01A5D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FDE982-EA7D-77C7-B74F-E5964EFC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01EAF5-6E67-BD3C-4563-DD0CA51A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96158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B931D-864C-E70F-0C0B-4CCA3AF1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42D392-4EFF-4F36-27E0-C37BEBA1B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084924-7ACE-33EA-52C7-765FD18B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6BEB1-D333-880F-57D1-C538B902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C5391C-12C4-8EE3-860F-B2302785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815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46EE5C-2D3C-EC56-4E61-9BA6A086D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2DC439-6E41-96BC-2BE0-D8171F7C2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D4947D-EC41-F159-3FFC-45DA3207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3B8D4E-41BF-01A5-255A-C0E3EB3C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C428D9-3F5A-7502-7213-2298442C0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7364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D5C432-8B1C-EB8A-C0C5-71B8722F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FDB896-A6B5-CC0B-221D-D581F20BA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01E6A0-AA84-AE6C-E4E6-3CBCE7710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5AC30-D541-493D-A958-6AE440E2CC43}" type="datetimeFigureOut">
              <a:rPr lang="es-AR" smtClean="0"/>
              <a:t>20/10/2025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D1AB1C-59CF-0092-9D24-2EE7208D4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6CD4EC-806C-6338-1B04-C7ACCA813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E8C44-5918-43F7-BADB-A8D38CB46DA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765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10A9796-6032-C476-0E06-4F020A3D4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955" y="1344328"/>
            <a:ext cx="8192090" cy="416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3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C3B6974-0626-8F6C-C802-F5E8287BB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1538023"/>
            <a:ext cx="7497221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76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EFEA82-3F16-F4C6-1892-BFB7F11F2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785" y="1704734"/>
            <a:ext cx="5220429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05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5A1D2-2D65-ADD2-1B44-E159D976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6E8C85-B3BA-7EDF-1623-B2E29655B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1A9F110-35AD-AF3D-521B-419C93D5A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31" y="1580892"/>
            <a:ext cx="7430537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179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71AE8-6F80-3EAE-B646-60D1CE4B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F65B63-E15B-A68F-7DEB-20B93BF1D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41D151-CDF7-A64B-53D4-56224D016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442" y="1599944"/>
            <a:ext cx="7459116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60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CE8E0-C522-84BA-9FC4-EBB01604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E8AFAD-A8BD-357F-E044-416F01813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A17155-24AE-7D06-E0B1-FB43483C5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85" y="0"/>
            <a:ext cx="10451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84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6375254-78C0-416D-8DEF-92B75A1B5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231" y="471074"/>
            <a:ext cx="8335538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23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3D55E-DB5F-DDD9-0245-7BD901191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D7F8F3-2D4C-F8C5-7D44-3F525E2FC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8645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DDA4E-0AF6-EF6F-2CE9-233B255B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EA51FE-FF3A-4F4F-C0B3-C3EC48612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7976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0F0C1-535C-D73B-C4E2-02E40A14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FCEEF9-069D-8B01-0553-B2E45B187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313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05A52-C0A1-51B0-CF82-B96877777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4F1F3C-2D77-0B83-7603-664A0D86B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1461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8DF8E-C218-5F7F-DF58-71133890A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6A3F73-D542-34EF-DFCD-59CF60C43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85346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</Words>
  <Application>Microsoft Office PowerPoint</Application>
  <PresentationFormat>Panorámica</PresentationFormat>
  <Paragraphs>1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Leiva</dc:creator>
  <cp:lastModifiedBy>Francisco Leiva</cp:lastModifiedBy>
  <cp:revision>3</cp:revision>
  <dcterms:created xsi:type="dcterms:W3CDTF">2025-10-19T14:58:27Z</dcterms:created>
  <dcterms:modified xsi:type="dcterms:W3CDTF">2025-10-20T03:48:06Z</dcterms:modified>
</cp:coreProperties>
</file>